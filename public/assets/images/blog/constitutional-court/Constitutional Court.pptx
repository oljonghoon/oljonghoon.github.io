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0000"/>
    <a:srgbClr val="072ECD"/>
    <a:srgbClr val="092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D1A4-2B5D-B27F-972F-1BE3EC1DA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79DE0-771B-B8CD-1C27-D156FF75E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2F12D-F8FD-0F44-EF71-7FF0117F4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7CDA6-4F2C-F358-3D11-6AA486F2B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5E8DE-103A-49C0-FD11-EA95312D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01E85-D56F-9479-B2AA-47C61D2B6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D2884-B2A6-9A2C-0483-C702EFAE2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C38AF-F29A-4922-67CF-6718C128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079C7-E86A-A9EB-D026-69E74F0A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1166E-F75D-095E-F4C4-BB772F66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66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A2D97-6A8C-68CE-91B4-7D19E7482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3F1B-A2F6-8218-DB0A-F156A0E54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FE68A-2E5C-6BCF-150E-4D0A9F2C2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F060E-CB39-0007-6111-395284AE7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718BE-2E9A-FA2F-09B7-295BC605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6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262B-9BB0-B293-D03B-D7A4F82A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116F-549A-3D04-0A09-044838B98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E4C07-1847-757B-DE83-F555A8B51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0BA57-2A98-9602-E722-EFB9CC433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768CD-E877-FE46-D782-4AFC9B25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B4D15-3186-D578-2774-43046651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58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E94D-4257-8458-D93B-32DE4A3D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8C9CE-10E3-4CF9-E2E2-1E57367FC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20A4C-7DF8-3921-A7B0-2F480FF9A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D6D554-5D57-2C90-7079-938C2A5A6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C393E-B811-3893-6DD6-D02A661EA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72214-DF4B-0E36-6DF9-942B3B26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470F3-343F-3E8A-396B-E9BB07820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49F8E-ED35-7A29-1A31-E25C454C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1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626F-BFA0-B30E-0455-1A7FED17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02767B-2DA0-9637-D845-FBE01B2D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711D4-E08E-B618-C672-B1703E2C1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D23D9-4D2C-5040-920D-0E860C5E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7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65EE0-E007-45C3-37A8-D9BE62EBD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54FDD-37CD-1111-E3E7-D416CF339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CDF2D-546A-87D6-470E-32CDB0B4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46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145A4-6581-F384-A578-88FEB6647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E798A-BB80-0A6C-12BA-F18191DBC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3F7CA-26F2-00F4-9B2C-9D2D62E39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52696-BB7F-7471-FEFA-FEA5AF92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8EF2D-06B7-F2C4-90DE-C17690FB9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6D13A-1AEE-1572-5A6F-D2A1596E7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7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35F18-CA89-BD91-F1FC-7218B3C14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E19DD9-B485-1661-D2BF-1AB9AC61E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884B0-4A4B-B2E4-2306-439967709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29524-3619-0563-C9AB-D6DE5A9FB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7C531-F89C-CA06-5F73-79C446EE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86663-94CE-3495-4B59-E37CB8D2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76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5BEA-556B-9692-1A38-4648483E9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09C56-6637-7498-A56F-10A551D35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76D4-0B80-69D9-829E-3BCCC55C9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E5793-CBC7-C6F6-A09D-B0E94C178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796DD-F044-0418-166A-FAFE57A62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B691C-06D6-2508-AA72-85B32B9EE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E91E4-9256-2662-7747-F0F2F4BA4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905AA-7130-E15E-F65C-7EDA00A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90FC2-E600-355E-DE48-09925A40F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5A4F3-03E7-3AD2-7F60-8769F935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6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BC250-B1FB-DE6A-EAC1-9C10FA780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73A66-02F2-D0D7-DF39-7AFA668EF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825DA-E8E2-73FB-2DE0-50B6E211B6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2C54A-DF13-0C49-AD64-A5644385F669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58A13-55DF-2AAB-F0EA-4F6CD956B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4F231-402F-25D8-F6AA-A830F6290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59574-F939-BE4E-9A55-009B367D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11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uilding with many windows&#10;&#10;AI-generated content may be incorrect.">
            <a:extLst>
              <a:ext uri="{FF2B5EF4-FFF2-40B4-BE49-F238E27FC236}">
                <a16:creationId xmlns:a16="http://schemas.microsoft.com/office/drawing/2014/main" id="{62B3B65D-4AEB-3F75-24C5-E8CB6F03D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76187"/>
            <a:ext cx="12192000" cy="642174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D86976C5-D0FF-E2E5-9444-399916753F0D}"/>
              </a:ext>
            </a:extLst>
          </p:cNvPr>
          <p:cNvSpPr/>
          <p:nvPr/>
        </p:nvSpPr>
        <p:spPr>
          <a:xfrm>
            <a:off x="0" y="580768"/>
            <a:ext cx="12192000" cy="6277232"/>
          </a:xfrm>
          <a:prstGeom prst="rect">
            <a:avLst/>
          </a:prstGeom>
          <a:gradFill>
            <a:gsLst>
              <a:gs pos="0">
                <a:schemeClr val="bg1">
                  <a:alpha val="20000"/>
                </a:schemeClr>
              </a:gs>
              <a:gs pos="35000">
                <a:schemeClr val="bg1">
                  <a:alpha val="86013"/>
                </a:schemeClr>
              </a:gs>
              <a:gs pos="73000">
                <a:schemeClr val="bg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xagon 98">
            <a:extLst>
              <a:ext uri="{FF2B5EF4-FFF2-40B4-BE49-F238E27FC236}">
                <a16:creationId xmlns:a16="http://schemas.microsoft.com/office/drawing/2014/main" id="{707D61E5-A9CD-9232-D099-E7D3601524BC}"/>
              </a:ext>
            </a:extLst>
          </p:cNvPr>
          <p:cNvSpPr/>
          <p:nvPr/>
        </p:nvSpPr>
        <p:spPr>
          <a:xfrm>
            <a:off x="8431428" y="2122136"/>
            <a:ext cx="1544595" cy="1331547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xagon 99">
            <a:extLst>
              <a:ext uri="{FF2B5EF4-FFF2-40B4-BE49-F238E27FC236}">
                <a16:creationId xmlns:a16="http://schemas.microsoft.com/office/drawing/2014/main" id="{490D5662-9069-69F3-DDEE-C6271587567F}"/>
              </a:ext>
            </a:extLst>
          </p:cNvPr>
          <p:cNvSpPr/>
          <p:nvPr/>
        </p:nvSpPr>
        <p:spPr>
          <a:xfrm>
            <a:off x="9605320" y="3207522"/>
            <a:ext cx="1544595" cy="1331547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Hexagon 100">
            <a:extLst>
              <a:ext uri="{FF2B5EF4-FFF2-40B4-BE49-F238E27FC236}">
                <a16:creationId xmlns:a16="http://schemas.microsoft.com/office/drawing/2014/main" id="{02071599-A32D-91FC-4DF0-5308053674CA}"/>
              </a:ext>
            </a:extLst>
          </p:cNvPr>
          <p:cNvSpPr/>
          <p:nvPr/>
        </p:nvSpPr>
        <p:spPr>
          <a:xfrm>
            <a:off x="10149016" y="4709386"/>
            <a:ext cx="1544595" cy="1331547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D529845-1927-323A-7457-E8F28222B8F5}"/>
              </a:ext>
            </a:extLst>
          </p:cNvPr>
          <p:cNvCxnSpPr>
            <a:cxnSpLocks/>
          </p:cNvCxnSpPr>
          <p:nvPr/>
        </p:nvCxnSpPr>
        <p:spPr>
          <a:xfrm>
            <a:off x="3583459" y="2141090"/>
            <a:ext cx="1890584" cy="39384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BD18271-86A8-D507-6274-9268D5238F8B}"/>
              </a:ext>
            </a:extLst>
          </p:cNvPr>
          <p:cNvCxnSpPr>
            <a:cxnSpLocks/>
          </p:cNvCxnSpPr>
          <p:nvPr/>
        </p:nvCxnSpPr>
        <p:spPr>
          <a:xfrm flipH="1">
            <a:off x="6717959" y="2139067"/>
            <a:ext cx="1907057" cy="394045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0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6FFCC97-2B75-A477-AAFA-69F7DF873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441" y="4313027"/>
            <a:ext cx="1225204" cy="1225204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92BA8016-758D-3C20-C835-1424B70438F7}"/>
              </a:ext>
            </a:extLst>
          </p:cNvPr>
          <p:cNvSpPr txBox="1"/>
          <p:nvPr/>
        </p:nvSpPr>
        <p:spPr>
          <a:xfrm>
            <a:off x="3060357" y="5654988"/>
            <a:ext cx="921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President</a:t>
            </a:r>
            <a:endParaRPr 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F849D69-186F-89B1-16ED-7C9335A0AD6D}"/>
              </a:ext>
            </a:extLst>
          </p:cNvPr>
          <p:cNvSpPr txBox="1"/>
          <p:nvPr/>
        </p:nvSpPr>
        <p:spPr>
          <a:xfrm>
            <a:off x="5413210" y="4837408"/>
            <a:ext cx="1366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Supreme Court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5286828-1DC2-468F-8F61-48F6B4C665C8}"/>
              </a:ext>
            </a:extLst>
          </p:cNvPr>
          <p:cNvSpPr txBox="1"/>
          <p:nvPr/>
        </p:nvSpPr>
        <p:spPr>
          <a:xfrm>
            <a:off x="7875926" y="5654987"/>
            <a:ext cx="1644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National Assembly</a:t>
            </a:r>
            <a:endParaRPr lang="en-US" dirty="0"/>
          </a:p>
        </p:txBody>
      </p:sp>
      <p:pic>
        <p:nvPicPr>
          <p:cNvPr id="108" name="Content Placeholder 4" descr="A person in a red robe&#10;&#10;AI-generated content may be incorrect.">
            <a:extLst>
              <a:ext uri="{FF2B5EF4-FFF2-40B4-BE49-F238E27FC236}">
                <a16:creationId xmlns:a16="http://schemas.microsoft.com/office/drawing/2014/main" id="{EF7ADB94-F69B-E709-A180-32DB06031DF0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l="33718" t="20879" r="39134" b="43740"/>
          <a:stretch>
            <a:fillRect/>
          </a:stretch>
        </p:blipFill>
        <p:spPr>
          <a:xfrm>
            <a:off x="525934" y="4721742"/>
            <a:ext cx="1530350" cy="1331547"/>
          </a:xfrm>
          <a:prstGeom prst="hexagon">
            <a:avLst/>
          </a:prstGeom>
          <a:ln w="50800">
            <a:solidFill>
              <a:srgbClr val="0070C0"/>
            </a:solidFill>
          </a:ln>
        </p:spPr>
      </p:pic>
      <p:pic>
        <p:nvPicPr>
          <p:cNvPr id="109" name="Picture 108" descr="A person wearing a red robe and glasses&#10;&#10;AI-generated content may be incorrect.">
            <a:extLst>
              <a:ext uri="{FF2B5EF4-FFF2-40B4-BE49-F238E27FC236}">
                <a16:creationId xmlns:a16="http://schemas.microsoft.com/office/drawing/2014/main" id="{0131D4F9-2828-4EBC-96ED-A29D17D529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354" t="9317" r="11638" b="38837"/>
          <a:stretch>
            <a:fillRect/>
          </a:stretch>
        </p:blipFill>
        <p:spPr>
          <a:xfrm>
            <a:off x="1029727" y="3223811"/>
            <a:ext cx="1546824" cy="1331547"/>
          </a:xfrm>
          <a:prstGeom prst="hexagon">
            <a:avLst/>
          </a:prstGeom>
          <a:ln w="50800">
            <a:solidFill>
              <a:srgbClr val="0070C0"/>
            </a:solidFill>
          </a:ln>
        </p:spPr>
      </p:pic>
      <p:pic>
        <p:nvPicPr>
          <p:cNvPr id="110" name="Picture 109" descr="A person in a judge's robe sitting in a chair&#10;&#10;AI-generated content may be incorrect.">
            <a:extLst>
              <a:ext uri="{FF2B5EF4-FFF2-40B4-BE49-F238E27FC236}">
                <a16:creationId xmlns:a16="http://schemas.microsoft.com/office/drawing/2014/main" id="{2452587F-1401-642F-265E-3A5AC57D6F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824" t="12238" r="35442" b="47649"/>
          <a:stretch>
            <a:fillRect/>
          </a:stretch>
        </p:blipFill>
        <p:spPr>
          <a:xfrm>
            <a:off x="2223099" y="2141090"/>
            <a:ext cx="1530350" cy="1331547"/>
          </a:xfrm>
          <a:prstGeom prst="hexagon">
            <a:avLst/>
          </a:prstGeom>
          <a:ln w="50800">
            <a:solidFill>
              <a:srgbClr val="E40000"/>
            </a:solidFill>
          </a:ln>
        </p:spPr>
      </p:pic>
      <p:pic>
        <p:nvPicPr>
          <p:cNvPr id="111" name="Picture 110" descr="A person in a robe speaking into a microphone&#10;&#10;AI-generated content may be incorrect.">
            <a:extLst>
              <a:ext uri="{FF2B5EF4-FFF2-40B4-BE49-F238E27FC236}">
                <a16:creationId xmlns:a16="http://schemas.microsoft.com/office/drawing/2014/main" id="{FACD9680-1F53-4752-3CB5-51470F2167A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975" t="17815" r="26447" b="30326"/>
          <a:stretch>
            <a:fillRect/>
          </a:stretch>
        </p:blipFill>
        <p:spPr>
          <a:xfrm>
            <a:off x="3798413" y="1570905"/>
            <a:ext cx="1530351" cy="1331547"/>
          </a:xfrm>
          <a:prstGeom prst="hexagon">
            <a:avLst/>
          </a:prstGeom>
          <a:ln w="50800">
            <a:solidFill>
              <a:srgbClr val="0070C0"/>
            </a:solidFill>
          </a:ln>
        </p:spPr>
      </p:pic>
      <p:pic>
        <p:nvPicPr>
          <p:cNvPr id="112" name="Picture 111" descr="A person in a red robe sitting in a chair&#10;&#10;AI-generated content may be incorrect.">
            <a:extLst>
              <a:ext uri="{FF2B5EF4-FFF2-40B4-BE49-F238E27FC236}">
                <a16:creationId xmlns:a16="http://schemas.microsoft.com/office/drawing/2014/main" id="{9E5363B5-E145-B663-B4DD-A309517ED9F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0438" t="7660" r="34064" b="41228"/>
          <a:stretch>
            <a:fillRect/>
          </a:stretch>
        </p:blipFill>
        <p:spPr>
          <a:xfrm>
            <a:off x="5341121" y="1289807"/>
            <a:ext cx="1530350" cy="1331548"/>
          </a:xfrm>
          <a:prstGeom prst="hexagon">
            <a:avLst/>
          </a:prstGeom>
          <a:ln w="50800">
            <a:solidFill>
              <a:srgbClr val="0070C0"/>
            </a:solidFill>
          </a:ln>
        </p:spPr>
      </p:pic>
      <p:pic>
        <p:nvPicPr>
          <p:cNvPr id="113" name="Picture 112" descr="A person in a red robe&#10;&#10;AI-generated content may be incorrect.">
            <a:extLst>
              <a:ext uri="{FF2B5EF4-FFF2-40B4-BE49-F238E27FC236}">
                <a16:creationId xmlns:a16="http://schemas.microsoft.com/office/drawing/2014/main" id="{EA5CFB3B-489C-3AA4-FB4D-9E1FE2A0469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238" t="10217" r="19354" b="39851"/>
          <a:stretch>
            <a:fillRect/>
          </a:stretch>
        </p:blipFill>
        <p:spPr>
          <a:xfrm>
            <a:off x="6885546" y="1587836"/>
            <a:ext cx="1530350" cy="1331547"/>
          </a:xfrm>
          <a:prstGeom prst="hexagon">
            <a:avLst/>
          </a:prstGeom>
          <a:ln w="50800">
            <a:solidFill>
              <a:srgbClr val="E40000"/>
            </a:solidFill>
          </a:ln>
        </p:spPr>
      </p:pic>
      <p:pic>
        <p:nvPicPr>
          <p:cNvPr id="114" name="Picture 113" descr="A person standing behind a podium with microphones&#10;&#10;AI-generated content may be incorrect.">
            <a:extLst>
              <a:ext uri="{FF2B5EF4-FFF2-40B4-BE49-F238E27FC236}">
                <a16:creationId xmlns:a16="http://schemas.microsoft.com/office/drawing/2014/main" id="{E0C26867-30A8-D909-30D5-D3DFBB7135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9834" y="4356099"/>
            <a:ext cx="1182131" cy="1182131"/>
          </a:xfrm>
          <a:prstGeom prst="rect">
            <a:avLst/>
          </a:prstGeom>
        </p:spPr>
      </p:pic>
      <p:pic>
        <p:nvPicPr>
          <p:cNvPr id="115" name="Picture 114" descr="A black and white logo of a court building&#10;&#10;AI-generated content may be incorrect.">
            <a:extLst>
              <a:ext uri="{FF2B5EF4-FFF2-40B4-BE49-F238E27FC236}">
                <a16:creationId xmlns:a16="http://schemas.microsoft.com/office/drawing/2014/main" id="{3017E6C7-E60C-4BF0-14E9-9E2B924067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5235" y="3440002"/>
            <a:ext cx="1555329" cy="1555329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F07BB022-65D3-4C5C-FDBE-2CF21059D227}"/>
              </a:ext>
            </a:extLst>
          </p:cNvPr>
          <p:cNvSpPr txBox="1"/>
          <p:nvPr/>
        </p:nvSpPr>
        <p:spPr>
          <a:xfrm>
            <a:off x="662572" y="6079523"/>
            <a:ext cx="12570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 err="1"/>
              <a:t>Hyoungbae</a:t>
            </a:r>
            <a:r>
              <a:rPr lang="ko-KR" altLang="en-US" sz="1100" dirty="0"/>
              <a:t> </a:t>
            </a:r>
            <a:r>
              <a:rPr lang="en-US" altLang="ko-KR" sz="1100" dirty="0"/>
              <a:t>Moon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sz="1100" dirty="0"/>
              <a:t>04.18.2025</a:t>
            </a:r>
            <a:endParaRPr lang="en-US" sz="14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7F6A071-D4FC-72D1-0C9E-CE16C40DD5B0}"/>
              </a:ext>
            </a:extLst>
          </p:cNvPr>
          <p:cNvSpPr txBox="1"/>
          <p:nvPr/>
        </p:nvSpPr>
        <p:spPr>
          <a:xfrm>
            <a:off x="1220821" y="2776635"/>
            <a:ext cx="9717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Mison</a:t>
            </a:r>
            <a:r>
              <a:rPr lang="ko-KR" altLang="en-US" sz="1100" dirty="0"/>
              <a:t> </a:t>
            </a:r>
            <a:r>
              <a:rPr lang="en-US" altLang="ko-KR" sz="1100" dirty="0"/>
              <a:t>Lee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sz="1100" dirty="0"/>
              <a:t>04.18.2025</a:t>
            </a:r>
            <a:endParaRPr lang="en-US" sz="14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864E012-47D5-58B0-1EC1-9719D39A8120}"/>
              </a:ext>
            </a:extLst>
          </p:cNvPr>
          <p:cNvSpPr txBox="1"/>
          <p:nvPr/>
        </p:nvSpPr>
        <p:spPr>
          <a:xfrm>
            <a:off x="2576551" y="3538291"/>
            <a:ext cx="12426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Hyeong-</a:t>
            </a:r>
            <a:r>
              <a:rPr lang="en-US" altLang="ko-KR" sz="1100" dirty="0" err="1"/>
              <a:t>sik</a:t>
            </a:r>
            <a:r>
              <a:rPr lang="en-US" altLang="ko-KR" sz="1100" dirty="0"/>
              <a:t> Jeong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altLang="ko-KR" sz="1100" dirty="0"/>
              <a:t>12.17.2029</a:t>
            </a:r>
            <a:endParaRPr lang="en-US" sz="14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0FBA64E-A5A5-DB75-B86B-AD27EAFA7C6D}"/>
              </a:ext>
            </a:extLst>
          </p:cNvPr>
          <p:cNvSpPr txBox="1"/>
          <p:nvPr/>
        </p:nvSpPr>
        <p:spPr>
          <a:xfrm>
            <a:off x="4119626" y="2961028"/>
            <a:ext cx="9941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 err="1"/>
              <a:t>Hyungdu</a:t>
            </a:r>
            <a:r>
              <a:rPr lang="en-US" altLang="ko-KR" sz="1100" dirty="0"/>
              <a:t> Kim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altLang="ko-KR" sz="1100" dirty="0"/>
              <a:t>03.30.2029</a:t>
            </a:r>
            <a:endParaRPr lang="en-US" sz="14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314DB8C-FFDC-F852-F306-D3DD7EB2917C}"/>
              </a:ext>
            </a:extLst>
          </p:cNvPr>
          <p:cNvSpPr txBox="1"/>
          <p:nvPr/>
        </p:nvSpPr>
        <p:spPr>
          <a:xfrm>
            <a:off x="5617029" y="2687008"/>
            <a:ext cx="9717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 err="1"/>
              <a:t>Jungmi</a:t>
            </a:r>
            <a:r>
              <a:rPr lang="en-US" altLang="ko-KR" sz="1100" dirty="0"/>
              <a:t> Jung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altLang="ko-KR" sz="1100" dirty="0"/>
              <a:t>04.16.2029</a:t>
            </a:r>
            <a:endParaRPr lang="en-US" sz="1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5BD42BB-70BE-C339-6F18-A9E0B6EA9052}"/>
              </a:ext>
            </a:extLst>
          </p:cNvPr>
          <p:cNvSpPr txBox="1"/>
          <p:nvPr/>
        </p:nvSpPr>
        <p:spPr>
          <a:xfrm>
            <a:off x="7001584" y="2992078"/>
            <a:ext cx="11705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Bok-</a:t>
            </a:r>
            <a:r>
              <a:rPr lang="en-US" altLang="ko-KR" sz="1100" dirty="0" err="1"/>
              <a:t>hyeong</a:t>
            </a:r>
            <a:r>
              <a:rPr lang="en-US" altLang="ko-KR" sz="1100" dirty="0"/>
              <a:t> Kim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altLang="ko-KR" sz="1100" dirty="0"/>
              <a:t>09.20.2030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8646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Hexagon 112">
            <a:extLst>
              <a:ext uri="{FF2B5EF4-FFF2-40B4-BE49-F238E27FC236}">
                <a16:creationId xmlns:a16="http://schemas.microsoft.com/office/drawing/2014/main" id="{A911C446-5F9C-8D29-E01C-07675DE2E89C}"/>
              </a:ext>
            </a:extLst>
          </p:cNvPr>
          <p:cNvSpPr/>
          <p:nvPr/>
        </p:nvSpPr>
        <p:spPr>
          <a:xfrm>
            <a:off x="8431428" y="2122136"/>
            <a:ext cx="1544595" cy="1331547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Hexagon 113">
            <a:extLst>
              <a:ext uri="{FF2B5EF4-FFF2-40B4-BE49-F238E27FC236}">
                <a16:creationId xmlns:a16="http://schemas.microsoft.com/office/drawing/2014/main" id="{0A742991-5A5A-FF4B-040D-AE74FBE99E9B}"/>
              </a:ext>
            </a:extLst>
          </p:cNvPr>
          <p:cNvSpPr/>
          <p:nvPr/>
        </p:nvSpPr>
        <p:spPr>
          <a:xfrm>
            <a:off x="9605320" y="3207522"/>
            <a:ext cx="1544595" cy="1331547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Hexagon 114">
            <a:extLst>
              <a:ext uri="{FF2B5EF4-FFF2-40B4-BE49-F238E27FC236}">
                <a16:creationId xmlns:a16="http://schemas.microsoft.com/office/drawing/2014/main" id="{257658FC-8209-9C6C-21A4-A8E82A2C2FA7}"/>
              </a:ext>
            </a:extLst>
          </p:cNvPr>
          <p:cNvSpPr/>
          <p:nvPr/>
        </p:nvSpPr>
        <p:spPr>
          <a:xfrm>
            <a:off x="10149016" y="4709386"/>
            <a:ext cx="1544595" cy="1331547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D5313C8-BF7E-3BC2-D32E-C3648B69080E}"/>
              </a:ext>
            </a:extLst>
          </p:cNvPr>
          <p:cNvCxnSpPr>
            <a:cxnSpLocks/>
          </p:cNvCxnSpPr>
          <p:nvPr/>
        </p:nvCxnSpPr>
        <p:spPr>
          <a:xfrm>
            <a:off x="3583459" y="2141090"/>
            <a:ext cx="1890584" cy="39384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12EC7E5-955D-184F-49DE-C20EB2E41FE7}"/>
              </a:ext>
            </a:extLst>
          </p:cNvPr>
          <p:cNvCxnSpPr>
            <a:cxnSpLocks/>
          </p:cNvCxnSpPr>
          <p:nvPr/>
        </p:nvCxnSpPr>
        <p:spPr>
          <a:xfrm flipH="1">
            <a:off x="6717959" y="2139067"/>
            <a:ext cx="1907057" cy="394045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8" name="Picture 1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169D98E-8FE6-BF6E-634C-BB955BF4A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441" y="4313027"/>
            <a:ext cx="1225204" cy="1225204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4A26F9F5-F5AA-C831-0642-EE7C1C66F64F}"/>
              </a:ext>
            </a:extLst>
          </p:cNvPr>
          <p:cNvSpPr txBox="1"/>
          <p:nvPr/>
        </p:nvSpPr>
        <p:spPr>
          <a:xfrm>
            <a:off x="3060357" y="5654988"/>
            <a:ext cx="921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President</a:t>
            </a:r>
            <a:endParaRPr lang="en-US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6EE4816-8E3F-B8EC-2C73-019A95EF2E33}"/>
              </a:ext>
            </a:extLst>
          </p:cNvPr>
          <p:cNvSpPr txBox="1"/>
          <p:nvPr/>
        </p:nvSpPr>
        <p:spPr>
          <a:xfrm>
            <a:off x="5413210" y="4837408"/>
            <a:ext cx="1366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Supreme Court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01542DE-4B3E-306D-5F25-44A5B8E08184}"/>
              </a:ext>
            </a:extLst>
          </p:cNvPr>
          <p:cNvSpPr txBox="1"/>
          <p:nvPr/>
        </p:nvSpPr>
        <p:spPr>
          <a:xfrm>
            <a:off x="7875926" y="5654987"/>
            <a:ext cx="1644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National Assembly</a:t>
            </a:r>
            <a:endParaRPr lang="en-US" dirty="0"/>
          </a:p>
        </p:txBody>
      </p:sp>
      <p:pic>
        <p:nvPicPr>
          <p:cNvPr id="122" name="Content Placeholder 4" descr="A person in a red robe&#10;&#10;AI-generated content may be incorrect.">
            <a:extLst>
              <a:ext uri="{FF2B5EF4-FFF2-40B4-BE49-F238E27FC236}">
                <a16:creationId xmlns:a16="http://schemas.microsoft.com/office/drawing/2014/main" id="{F2E76F0E-A248-A47C-32C0-9CF6EC0D6BA3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33718" t="20879" r="39134" b="43740"/>
          <a:stretch>
            <a:fillRect/>
          </a:stretch>
        </p:blipFill>
        <p:spPr>
          <a:xfrm>
            <a:off x="525934" y="4721742"/>
            <a:ext cx="1530350" cy="1331547"/>
          </a:xfrm>
          <a:prstGeom prst="hexagon">
            <a:avLst/>
          </a:prstGeom>
          <a:ln w="50800">
            <a:solidFill>
              <a:srgbClr val="0070C0"/>
            </a:solidFill>
          </a:ln>
        </p:spPr>
      </p:pic>
      <p:pic>
        <p:nvPicPr>
          <p:cNvPr id="123" name="Picture 122" descr="A person wearing a red robe and glasses&#10;&#10;AI-generated content may be incorrect.">
            <a:extLst>
              <a:ext uri="{FF2B5EF4-FFF2-40B4-BE49-F238E27FC236}">
                <a16:creationId xmlns:a16="http://schemas.microsoft.com/office/drawing/2014/main" id="{0E162097-E4B6-5BF0-9766-200A95D682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54" t="9317" r="11638" b="38837"/>
          <a:stretch>
            <a:fillRect/>
          </a:stretch>
        </p:blipFill>
        <p:spPr>
          <a:xfrm>
            <a:off x="1029727" y="3223811"/>
            <a:ext cx="1546824" cy="1331547"/>
          </a:xfrm>
          <a:prstGeom prst="hexagon">
            <a:avLst/>
          </a:prstGeom>
          <a:ln w="50800">
            <a:solidFill>
              <a:srgbClr val="0070C0"/>
            </a:solidFill>
          </a:ln>
        </p:spPr>
      </p:pic>
      <p:pic>
        <p:nvPicPr>
          <p:cNvPr id="124" name="Picture 123" descr="A person in a judge's robe sitting in a chair&#10;&#10;AI-generated content may be incorrect.">
            <a:extLst>
              <a:ext uri="{FF2B5EF4-FFF2-40B4-BE49-F238E27FC236}">
                <a16:creationId xmlns:a16="http://schemas.microsoft.com/office/drawing/2014/main" id="{078CC521-D548-5F8F-EFBC-54F284F099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824" t="12238" r="35442" b="47649"/>
          <a:stretch>
            <a:fillRect/>
          </a:stretch>
        </p:blipFill>
        <p:spPr>
          <a:xfrm>
            <a:off x="2223099" y="2141090"/>
            <a:ext cx="1530350" cy="1331547"/>
          </a:xfrm>
          <a:prstGeom prst="hexagon">
            <a:avLst/>
          </a:prstGeom>
          <a:ln w="50800">
            <a:solidFill>
              <a:srgbClr val="E40000"/>
            </a:solidFill>
          </a:ln>
        </p:spPr>
      </p:pic>
      <p:pic>
        <p:nvPicPr>
          <p:cNvPr id="125" name="Picture 124" descr="A person in a robe speaking into a microphone&#10;&#10;AI-generated content may be incorrect.">
            <a:extLst>
              <a:ext uri="{FF2B5EF4-FFF2-40B4-BE49-F238E27FC236}">
                <a16:creationId xmlns:a16="http://schemas.microsoft.com/office/drawing/2014/main" id="{E3984861-E0A6-3FA3-C656-01C5DA9442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975" t="17815" r="26447" b="30326"/>
          <a:stretch>
            <a:fillRect/>
          </a:stretch>
        </p:blipFill>
        <p:spPr>
          <a:xfrm>
            <a:off x="3798413" y="1570905"/>
            <a:ext cx="1530351" cy="1331547"/>
          </a:xfrm>
          <a:prstGeom prst="hexagon">
            <a:avLst/>
          </a:prstGeom>
          <a:ln w="50800">
            <a:solidFill>
              <a:srgbClr val="0070C0"/>
            </a:solidFill>
          </a:ln>
        </p:spPr>
      </p:pic>
      <p:pic>
        <p:nvPicPr>
          <p:cNvPr id="126" name="Picture 125" descr="A person in a red robe sitting in a chair&#10;&#10;AI-generated content may be incorrect.">
            <a:extLst>
              <a:ext uri="{FF2B5EF4-FFF2-40B4-BE49-F238E27FC236}">
                <a16:creationId xmlns:a16="http://schemas.microsoft.com/office/drawing/2014/main" id="{6A2893ED-A71C-57DE-8B43-1AED3FAD85D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0438" t="7660" r="34064" b="41228"/>
          <a:stretch>
            <a:fillRect/>
          </a:stretch>
        </p:blipFill>
        <p:spPr>
          <a:xfrm>
            <a:off x="5341121" y="1289807"/>
            <a:ext cx="1530350" cy="1331548"/>
          </a:xfrm>
          <a:prstGeom prst="hexagon">
            <a:avLst/>
          </a:prstGeom>
          <a:ln w="50800">
            <a:solidFill>
              <a:srgbClr val="0070C0"/>
            </a:solidFill>
          </a:ln>
        </p:spPr>
      </p:pic>
      <p:pic>
        <p:nvPicPr>
          <p:cNvPr id="127" name="Picture 126" descr="A person in a red robe&#10;&#10;AI-generated content may be incorrect.">
            <a:extLst>
              <a:ext uri="{FF2B5EF4-FFF2-40B4-BE49-F238E27FC236}">
                <a16:creationId xmlns:a16="http://schemas.microsoft.com/office/drawing/2014/main" id="{91A2F861-72FE-0754-69AF-2460B68DD9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7238" t="10217" r="19354" b="39851"/>
          <a:stretch>
            <a:fillRect/>
          </a:stretch>
        </p:blipFill>
        <p:spPr>
          <a:xfrm>
            <a:off x="6885546" y="1587836"/>
            <a:ext cx="1530350" cy="1331547"/>
          </a:xfrm>
          <a:prstGeom prst="hexagon">
            <a:avLst/>
          </a:prstGeom>
          <a:ln w="50800">
            <a:solidFill>
              <a:srgbClr val="E40000"/>
            </a:solidFill>
          </a:ln>
        </p:spPr>
      </p:pic>
      <p:pic>
        <p:nvPicPr>
          <p:cNvPr id="128" name="Picture 127" descr="A person standing behind a podium with microphones&#10;&#10;AI-generated content may be incorrect.">
            <a:extLst>
              <a:ext uri="{FF2B5EF4-FFF2-40B4-BE49-F238E27FC236}">
                <a16:creationId xmlns:a16="http://schemas.microsoft.com/office/drawing/2014/main" id="{BA5A4676-B120-4B5B-A753-AA7ED0C251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9834" y="4356099"/>
            <a:ext cx="1182131" cy="1182131"/>
          </a:xfrm>
          <a:prstGeom prst="rect">
            <a:avLst/>
          </a:prstGeom>
        </p:spPr>
      </p:pic>
      <p:pic>
        <p:nvPicPr>
          <p:cNvPr id="129" name="Picture 128" descr="A black and white logo of a court building&#10;&#10;AI-generated content may be incorrect.">
            <a:extLst>
              <a:ext uri="{FF2B5EF4-FFF2-40B4-BE49-F238E27FC236}">
                <a16:creationId xmlns:a16="http://schemas.microsoft.com/office/drawing/2014/main" id="{BD1BFC90-CAB8-98B8-2F56-19504FC447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5235" y="3440002"/>
            <a:ext cx="1555329" cy="1555329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AABD0F8D-515A-1464-3B7C-8240ABCCD9C5}"/>
              </a:ext>
            </a:extLst>
          </p:cNvPr>
          <p:cNvSpPr txBox="1"/>
          <p:nvPr/>
        </p:nvSpPr>
        <p:spPr>
          <a:xfrm>
            <a:off x="662572" y="6079523"/>
            <a:ext cx="12570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 err="1"/>
              <a:t>Hyoungbae</a:t>
            </a:r>
            <a:r>
              <a:rPr lang="ko-KR" altLang="en-US" sz="1100" dirty="0"/>
              <a:t> </a:t>
            </a:r>
            <a:r>
              <a:rPr lang="en-US" altLang="ko-KR" sz="1100" dirty="0"/>
              <a:t>Moon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sz="1100" dirty="0"/>
              <a:t>04.18.2025</a:t>
            </a:r>
            <a:endParaRPr lang="en-US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95794B5-DAA4-B4A7-B4A3-FD81218A882E}"/>
              </a:ext>
            </a:extLst>
          </p:cNvPr>
          <p:cNvSpPr txBox="1"/>
          <p:nvPr/>
        </p:nvSpPr>
        <p:spPr>
          <a:xfrm>
            <a:off x="1220821" y="2776635"/>
            <a:ext cx="9717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Mison</a:t>
            </a:r>
            <a:r>
              <a:rPr lang="ko-KR" altLang="en-US" sz="1100" dirty="0"/>
              <a:t> </a:t>
            </a:r>
            <a:r>
              <a:rPr lang="en-US" altLang="ko-KR" sz="1100" dirty="0"/>
              <a:t>Lee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sz="1100" dirty="0"/>
              <a:t>04.18.2025</a:t>
            </a:r>
            <a:endParaRPr lang="en-US" sz="14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B7F29BE-86F3-3283-9842-28EA2E75364E}"/>
              </a:ext>
            </a:extLst>
          </p:cNvPr>
          <p:cNvSpPr txBox="1"/>
          <p:nvPr/>
        </p:nvSpPr>
        <p:spPr>
          <a:xfrm>
            <a:off x="2576551" y="3538291"/>
            <a:ext cx="12426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Hyeong-</a:t>
            </a:r>
            <a:r>
              <a:rPr lang="en-US" altLang="ko-KR" sz="1100" dirty="0" err="1"/>
              <a:t>sik</a:t>
            </a:r>
            <a:r>
              <a:rPr lang="en-US" altLang="ko-KR" sz="1100" dirty="0"/>
              <a:t> Jeong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altLang="ko-KR" sz="1100" dirty="0"/>
              <a:t>12.17.2029</a:t>
            </a:r>
            <a:endParaRPr lang="en-US" sz="14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C28B9E5-4108-AC4C-3106-3D186C259AE0}"/>
              </a:ext>
            </a:extLst>
          </p:cNvPr>
          <p:cNvSpPr txBox="1"/>
          <p:nvPr/>
        </p:nvSpPr>
        <p:spPr>
          <a:xfrm>
            <a:off x="4119626" y="2961028"/>
            <a:ext cx="9941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 err="1"/>
              <a:t>Hyungdu</a:t>
            </a:r>
            <a:r>
              <a:rPr lang="en-US" altLang="ko-KR" sz="1100" dirty="0"/>
              <a:t> Kim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altLang="ko-KR" sz="1100" dirty="0"/>
              <a:t>03.30.2029</a:t>
            </a:r>
            <a:endParaRPr lang="en-US" sz="14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76BFF86-4776-CBF0-4803-CEE254650D84}"/>
              </a:ext>
            </a:extLst>
          </p:cNvPr>
          <p:cNvSpPr txBox="1"/>
          <p:nvPr/>
        </p:nvSpPr>
        <p:spPr>
          <a:xfrm>
            <a:off x="5617029" y="2687008"/>
            <a:ext cx="9717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 err="1"/>
              <a:t>Jungmi</a:t>
            </a:r>
            <a:r>
              <a:rPr lang="en-US" altLang="ko-KR" sz="1100" dirty="0"/>
              <a:t> Jung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altLang="ko-KR" sz="1100" dirty="0"/>
              <a:t>04.16.2029</a:t>
            </a:r>
            <a:endParaRPr lang="en-US" sz="14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8137DC5-4FDA-48CB-5B7A-333129E8AA2E}"/>
              </a:ext>
            </a:extLst>
          </p:cNvPr>
          <p:cNvSpPr txBox="1"/>
          <p:nvPr/>
        </p:nvSpPr>
        <p:spPr>
          <a:xfrm>
            <a:off x="7001584" y="2992078"/>
            <a:ext cx="11705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Bok-</a:t>
            </a:r>
            <a:r>
              <a:rPr lang="en-US" altLang="ko-KR" sz="1100" dirty="0" err="1"/>
              <a:t>hyeong</a:t>
            </a:r>
            <a:r>
              <a:rPr lang="en-US" altLang="ko-KR" sz="1100" dirty="0"/>
              <a:t> Kim</a:t>
            </a:r>
          </a:p>
          <a:p>
            <a:pPr algn="ctr"/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en-US" altLang="ko-KR" sz="1100" dirty="0"/>
              <a:t>09.20.2030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95663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58</Words>
  <Application>Microsoft Macintosh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Jonghoon Lee</dc:creator>
  <cp:lastModifiedBy>Jonghoon Lee</cp:lastModifiedBy>
  <cp:revision>2</cp:revision>
  <dcterms:created xsi:type="dcterms:W3CDTF">2025-06-24T20:59:08Z</dcterms:created>
  <dcterms:modified xsi:type="dcterms:W3CDTF">2025-06-24T22:15:45Z</dcterms:modified>
</cp:coreProperties>
</file>